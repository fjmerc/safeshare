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bin" ContentType="application/vnd.openxmlformats-officedocument.spreadsheetml.printerSettings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openxmlformats.org/package/2006/relationships/metadata/thumbnail" Target="docProps/thumbnail.png"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>
  <p:sldMasterIdLst>
    <p:sldMasterId id="2147483648" r:id="rId1"/>
  </p:sldMasterIdLst>
  <p:sldIdLst>
    <p:sldId id="256" r:id="rId2"/>
  </p:sldIdLst>
  <p:sldSz cx="9144000" cy="6858000"/>
  <p:notesSz cx="6858000" cy="9144000"/>
</p:presentation>
</file>

<file path=ppt/authors.xml><?xml version="1.0" encoding="utf-8"?>
<p188:authorLst xmlns:p188="http://schemas.microsoft.com/office/powerpoint/2018/8/main">
  <p188:author id="{00000000-0000-0000-0000-000000000004}" name="Modern ZQX7731" initials="ZQX7731" userId="ZQX7731@example.org" providerId="AD"/>
</p188:authorLst>
</file>

<file path=ppt/commentAuthors.xml><?xml version="1.0" encoding="utf-8"?>
<p:cmAuthorLst xmlns:p="http://schemas.openxmlformats.org/presentationml/2006/main">
  <p:cmAuthor id="0" name="Author ZQX7731" initials="ZQX7731" lastIdx="1" clrIdx="0"/>
</p:cmAuthorLst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Relationship Id="rId4" Type="http://schemas.openxmlformats.org/officeDocument/2006/relationships/commentAuthors" Target="commentAuthors.xml"/><Relationship Id="rId5" Type="http://schemas.microsoft.com/office/2018/10/relationships/authors" Target="authors.xml"/></Relationships>
</file>

<file path=ppt/comments/comment1.xml><?xml version="1.0" encoding="utf-8"?>
<p:cmLst xmlns:p="http://schemas.openxmlformats.org/presentationml/2006/main">
  <p:cm authorId="0" dt="2031-02-03T04:05:06Z" idx="1">
    <p:pos x="10" y="10"/>
    <p:text>Slide comment</p:text>
  </p:cm>
</p:cmLst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omments" Target="../comments/comment1.xml"/></Relationships>
</file>

<file path=ppt/slides/slide1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1" name=""/>
        <p:cNvGrpSpPr/>
        <p:nvPr/>
      </p:nvGrpSpPr>
      <p:grpSpPr/>
      <p:sp>
        <p:nvSpPr>
          <p:cNvPr id="2" name="Text"/>
          <p:cNvSpPr txBox="1"/>
          <p:nvPr/>
        </p:nvSpPr>
        <p:spPr>
          <a:xfrm>
            <a:off x="0" y="0"/>
            <a:ext cx="5000000" cy="1000000"/>
          </a:xfrm>
          <a:prstGeom prst="rect">
            <a:avLst/>
          </a:prstGeom>
        </p:spPr>
        <p:txBody>
          <a:bodyPr/>
          <a:p>
            <a:r>
              <a:t>Visible slide text</a:t>
            </a:r>
          </a:p>
        </p:txBody>
      </p:sp>
    </p:spTree>
  </p:cSld>
</p:sld>
</file>

<file path=ppt/theme/theme1.xml><?xml version="1.0" encoding="utf-8"?>
<a:theme xmlns:a="http://schemas.openxmlformats.org/drawingml/2006/main" name="T">
  <a:themeElements>
    <a:clrScheme name="C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">
      <a:majorFont>
        <a:latin typeface="DejaVu Sans"/>
        <a:ea typeface=""/>
        <a:cs typeface=""/>
      </a:majorFont>
      <a:minorFont>
        <a:latin typeface="DejaVu Sans"/>
        <a:ea typeface=""/>
        <a:cs typeface=""/>
      </a:minorFont>
    </a:fontScheme>
    <a:fmtScheme name="M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/>
        <a:ln/>
        <a:ln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item1.xml><?xml version="1.0" encoding="utf-8"?>
<p:properties xmlns:p="urn:x">
  <Owner>
    <DisplayName>ZQX7731</DisplayName>
  </Owner>
</p:properties>
</file>

<file path=docProps/app.xml><?xml version="1.0" encoding="utf-8"?>
<Properties xmlns="http://schemas.openxmlformats.org/officeDocument/2006/extended-properties">
  <Template>C:\Users\ZQX7731\Normal.dotm</Template>
  <Company>Company ZQX7731</Company>
  <Manager>Manager ZQX7731</Manager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Title ZQX7731</dc:title>
  <dc:creator>Creator ZQX7731</dc:creator>
  <cp:lastModifiedBy>Editor ZQX7731</cp:lastModifiedBy>
  <dcterms:created xsi:type="dcterms:W3CDTF">2031-02-03T04:05:06Z</dcterms:creat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wner">
    <vt:lpwstr>ZQX7731@example.org</vt:lpwstr>
  </property>
</Properties>
</file>