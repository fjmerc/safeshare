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bin" ContentType="application/vnd.openxmlformats-officedocument.spreadsheetml.printerSettings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customXml/spProps.xml" ContentType="application/vnd.openxmlformats-officedocument.customXmlProperties+xml"/>
  <Override PartName="/ppt/authors.xml" ContentType="application/vnd.ms-powerpoint.author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package/2006/relationships/metadata/thumbnail" Target="docProps/thumbnail.png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authors.xml><?xml version="1.0" encoding="utf-8"?>
<p188:authorLst xmlns:p188="http://schemas.microsoft.com/office/powerpoint/2018/8/main">
  <p188:author id="{00000000-0000-0000-0000-000000000004}" name="Modern ZQX7731" initials="ZQX7731" userId="ZQX7731@example.org" providerId="AD"/>
</p188:authorLst>
</file>

<file path=ppt/commentAuthors.xml><?xml version="1.0" encoding="utf-8"?>
<p:cmAuthorLst xmlns:p="http://schemas.openxmlformats.org/presentationml/2006/main">
  <p:cmAuthor id="0" name="Author ZQX7731" initials="ZQX7731" lastIdx="1" clrIdx="0"/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commentAuthors" Target="commentAuthors.xml"/><Relationship Id="rId5" Type="http://schemas.microsoft.com/office/2018/10/relationships/authors" Target="authors.xml"/></Relationships>
</file>

<file path=ppt/comments/comment1.xml><?xml version="1.0" encoding="utf-8"?>
<p:cmLst xmlns:p="http://schemas.openxmlformats.org/presentationml/2006/main">
  <p:cm authorId="0" dt="2031-02-03T04:05:06Z" idx="1">
    <p:pos x="10" y="10"/>
    <p:text>Slide comment</p:text>
  </p:cm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0" y="0"/>
            <a:ext cx="5000000" cy="1000000"/>
          </a:xfrm>
          <a:prstGeom prst="rect">
            <a:avLst/>
          </a:prstGeom>
        </p:spPr>
        <p:txBody>
          <a:bodyPr/>
          <a:p>
            <a:r>
              <a:t>Visible slide text</a:t>
            </a:r>
          </a:p>
        </p:txBody>
      </p:sp>
    </p:spTree>
  </p:cSld>
</p:sld>
</file>

<file path=ppt/theme/theme1.xml><?xml version="1.0" encoding="utf-8"?>
<a:theme xmlns:a="http://schemas.openxmlformats.org/drawingml/2006/main" name="T">
  <a:themeElements>
    <a:clrScheme name="C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 standalone="yes"?>
<Relationships xmlns="http://schemas.openxmlformats.org/package/2006/relationships"><Relationship Id="rId1" Type="http://schemas.openxmlformats.org/officeDocument/2006/relationships/customXmlProps" Target="itemProps1.xml"/></Relationships>
</file>

<file path=customXml/_rels/spItem.xml.rels><?xml version="1.0" encoding="UTF-8" standalone="yes"?>
<Relationships xmlns="http://schemas.openxmlformats.org/package/2006/relationships"><Relationship Id="rId1" Type="http://schemas.openxmlformats.org/officeDocument/2006/relationships/customXmlProps" Target="spProps.xml"/></Relationships>
</file>

<file path=customXml/item1.xml><?xml version="1.0" encoding="utf-8"?>
<p:properties xmlns:p="urn:x">
  <Owner>
    <DisplayName>ZQX7731</DisplayName>
  </Owner>
</p:properties>
</file>

<file path=customXml/itemProps1.xml><?xml version="1.0" encoding="utf-8"?>
<ds:datastoreItem xmlns:ds="http://schemas.openxmlformats.org/officeDocument/2006/customXml" ds:itemID="{ZQX7731-0000-0000-0000-000000000001}">
  <ds:schemaRefs>
    <ds:schemaRef ds:uri="http://schemas.microsoft.com/office/2006/metadata/properties"/>
    <ds:schemaRef ds:uri="ZQX7731-6b5d-4628-b7e0-5b86efa98958"/>
  </ds:schemaRefs>
</ds:datastoreItem>
</file>

<file path=customXml/spItem.xml><?xml version="1.0" encoding="utf-8"?>
<p:properties xmlns:p="urn:x">
  <Owner>
    <DisplayName>ZQX7731</DisplayName>
  </Owner>
</p:properties>
</file>

<file path=customXml/spProps.xml><?xml version="1.0" encoding="utf-8"?>
<ds:datastoreItem xmlns:ds="http://schemas.openxmlformats.org/officeDocument/2006/customXml" ds:itemID="{ZQX7731-0000-0000-0000-000000000001}">
  <ds:schemaRefs>
    <ds:schemaRef ds:uri="http://schemas.microsoft.com/office/2006/metadata/properties"/>
    <ds:schemaRef ds:uri="ZQX7731-6b5d-4628-b7e0-5b86efa98958"/>
  </ds:schemaRefs>
</ds:datastoreItem>
</file>

<file path=docProps/app.xml><?xml version="1.0" encoding="utf-8"?>
<Properties xmlns="http://schemas.openxmlformats.org/officeDocument/2006/extended-properties">
  <Template>C:\Users\ZQX7731\Normal.dotm</Template>
  <Company>Company ZQX7731</Company>
  <Manager>Manager ZQX7731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Title ZQX7731</dc:title>
  <dc:creator>Creator ZQX7731</dc:creator>
  <cp:lastModifiedBy>Editor ZQX7731</cp:lastModifiedBy>
  <dcterms:created xsi:type="dcterms:W3CDTF">2031-02-03T04:05:06Z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ZQX7731@example.org</vt:lpwstr>
  </property>
</Properties>
</file>